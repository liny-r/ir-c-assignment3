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50997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4" name="Picture 3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8432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3480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5" name="Picture 4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172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5" name="Picture 4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49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4" name="Picture 3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5" name="Picture 4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