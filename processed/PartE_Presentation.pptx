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3696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Superimposed Duration Densities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Normalised within each event type · dashed lines = median · full 34M-loan dataset</a:t>
            </a:r>
          </a:p>
        </p:txBody>
      </p:sp>
      <p:pic>
        <p:nvPicPr>
          <p:cNvPr id="6" name="Picture 5" descr="E1_eda_duration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6074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9743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35135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Prepayment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Rate incentive &amp; Purchase purpose → highest refi hazard  ·  12 features  ·  95% CI</a:t>
            </a:r>
          </a:p>
        </p:txBody>
      </p:sp>
      <p:pic>
        <p:nvPicPr>
          <p:cNvPr id="6" name="Picture 5" descr="E1_cox_pre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2504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Default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LTV &amp; DTI → highest default hazard  ·  CreditScore opposite sign to prepayment</a:t>
            </a:r>
          </a:p>
        </p:txBody>
      </p:sp>
      <p:pic>
        <p:nvPicPr>
          <p:cNvPr id="6" name="Picture 5" descr="E1_cox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04513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approximation; coefficients directly target the CIF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